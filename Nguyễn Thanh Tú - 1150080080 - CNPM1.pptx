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9" r:id="rId10"/>
    <p:sldId id="265" r:id="rId11"/>
  </p:sldIdLst>
  <p:sldSz cx="18288000" cy="10287000"/>
  <p:notesSz cx="6858000" cy="9144000"/>
  <p:embeddedFontLst>
    <p:embeddedFont>
      <p:font typeface="Asap Bold" panose="020B0604020202020204" charset="0"/>
      <p:regular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126" y="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4ED2-7992-9EF1-4B4D-504F4E9C1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EDCAF-756E-FF6C-A9F4-3A8DB50E3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C7495-7AC0-B059-09EC-44EF6D157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21389-C35C-3FAB-860C-B19258292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CBB2C-3DC7-D19A-F746-F8FED16B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9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01B3A-413C-205B-1CEB-C2A6DE3B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4D715-475A-A861-6439-E0A8B29E2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DEB2A-CC8E-7576-BE6C-009F92CC5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B467B-3993-7BA0-FA52-C22123DC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78D32-A97F-6383-E95B-4F860360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11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6D62-4CB1-BF09-ADC7-C1C71E48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0F6CD-77BF-869D-1B9F-A3EB62DCF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F95F5-231D-FBB0-CB2E-128967BCA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7FAF9-BE24-7EA3-9564-93877732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F1210-A6F2-6641-E58D-A6C73CA9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0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0901-96E2-6865-B742-15851260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8B48-7A35-0404-611D-576A12C75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6B0A3-12A4-E103-B737-BD5AF1BDA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BAE6F-7405-664A-14E5-9FAC0B0B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F9CFE-84C7-456A-1DCA-EE29AE9D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279F8-A95C-FB76-B8A2-165D8DF8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22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8BDF-FC2E-542C-366E-5F5F22B2C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13AF3-045F-1F35-9E07-49B8A38F4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54ADC-67A8-F356-87FA-B2FE1C026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08CE1-A046-7894-27BE-FEBBC3303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00BBD3-DC6F-FF92-B353-DE11F889D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0E675-5FF3-F27E-0D67-53CD7BB6C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A3B1A6-BC12-CC0F-96FF-F905CFD1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10BF9-EC35-49D2-9CC0-63B08AE9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911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C616-D2B8-E7EC-36E5-1C478C14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24548-B30A-7812-DB56-CF7B200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E50B3-823E-1FC6-223D-21C0A1D4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01BD9-4AE4-7A5B-F50A-3F3C8BE7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1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53E92-2D3F-76AE-7114-631081F22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8976E8-9F96-D771-BA80-FB1274725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15C13-226F-DF03-DF39-078152EB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7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C38C-DF34-E282-2EF7-5D0C1847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B560F-A1D4-03E0-901F-1BF0C00A7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A6FEF-BF1F-425F-835D-DD67A367F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CF645-2247-B065-0259-16D075CB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F6E12-9EE5-370E-64CD-05D5EDAF1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D1E83-998D-AF9D-497A-3BE404D6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3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3B75-6398-FBE7-449C-0A78BE3C3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1325B-A212-5E2C-4317-617EA3AB5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8D452-B586-BFFF-81F6-0AF8F32C3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7CBFE-F578-C0E6-3FE8-B34090032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542D8-175D-D9C2-5342-F6BACAF34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63FC7-AAD0-55B1-B204-D7F496EF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8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9D221-2D1B-0766-B0C2-19430429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0882F-6693-8E72-432E-463A2DC17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C73B6-60B9-D681-20DD-0175B8545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19538-6C51-887B-F49D-CFC22673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483B9-986D-9876-4EAB-3046D0FA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3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5402B-A1E0-7CAA-930C-BAF191714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6553E-E549-B13B-6AEB-412C6F97A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088EA-09DE-CFC4-E308-8B22B695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252BB-3071-72D8-98DF-E6FABE08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CED4A-C153-F922-5333-1104BAA4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3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AB0B12-E862-1819-E75D-E9130D0DF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15D33-755B-1065-F919-F5B34FA1A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35352-6C44-F714-A0CC-BAE85A2C9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7AAE3-2197-627E-C1EB-142D7C4C4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AA9BA-BEDF-6A1A-D454-D9115038C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0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0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-2700000">
            <a:off x="6157270" y="3259877"/>
            <a:ext cx="16909587" cy="6118196"/>
          </a:xfrm>
          <a:custGeom>
            <a:avLst/>
            <a:gdLst/>
            <a:ahLst/>
            <a:cxnLst/>
            <a:rect l="l" t="t" r="r" b="b"/>
            <a:pathLst>
              <a:path w="16909587" h="6118196">
                <a:moveTo>
                  <a:pt x="0" y="0"/>
                </a:moveTo>
                <a:lnTo>
                  <a:pt x="16909587" y="0"/>
                </a:lnTo>
                <a:lnTo>
                  <a:pt x="16909587" y="6118196"/>
                </a:lnTo>
                <a:lnTo>
                  <a:pt x="0" y="6118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209800" y="5372554"/>
            <a:ext cx="4466695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 </a:t>
            </a:r>
            <a:r>
              <a:rPr lang="en-US" sz="3499" dirty="0" err="1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09326" y="6242893"/>
            <a:ext cx="1528716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MSSV: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48400" y="5389017"/>
            <a:ext cx="3798291" cy="5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Thanh Tú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57400" y="4566996"/>
            <a:ext cx="9642096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</a:t>
            </a: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dẫn</a:t>
            </a: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499" dirty="0" err="1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Th.S</a:t>
            </a: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Phạm </a:t>
            </a:r>
            <a:r>
              <a:rPr lang="en-US" sz="3499" dirty="0" err="1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Trọng</a:t>
            </a: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Huynh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5790" y="6260238"/>
            <a:ext cx="2222434" cy="5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1150080080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28800" y="1083218"/>
            <a:ext cx="13241086" cy="1218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600" b="1" dirty="0">
                <a:solidFill>
                  <a:schemeClr val="bg1"/>
                </a:solidFill>
              </a:rPr>
              <a:t>KIỂM THỬ CSRF PROTECTIONS: TOKEN, SAME-SITE, XÁC THỰC HÀNH ĐỘNG NHẠY CẢM.</a:t>
            </a:r>
            <a:endParaRPr lang="en-US" sz="3499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3091" y="2553009"/>
            <a:ext cx="1217866" cy="1217866"/>
          </a:xfrm>
          <a:custGeom>
            <a:avLst/>
            <a:gdLst/>
            <a:ahLst/>
            <a:cxnLst/>
            <a:rect l="l" t="t" r="r" b="b"/>
            <a:pathLst>
              <a:path w="1217866" h="1217866">
                <a:moveTo>
                  <a:pt x="0" y="0"/>
                </a:moveTo>
                <a:lnTo>
                  <a:pt x="1217866" y="0"/>
                </a:lnTo>
                <a:lnTo>
                  <a:pt x="1217866" y="1217866"/>
                </a:lnTo>
                <a:lnTo>
                  <a:pt x="0" y="121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38171" y="2680507"/>
            <a:ext cx="967705" cy="96770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1003B"/>
                  </a:solidFill>
                  <a:latin typeface="Asap Bold"/>
                  <a:ea typeface="Asap Bold"/>
                  <a:cs typeface="Asap Bold"/>
                  <a:sym typeface="Asap Bold"/>
                </a:rPr>
                <a:t>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582938" y="481813"/>
            <a:ext cx="6309006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 dirty="0">
                <a:solidFill>
                  <a:srgbClr val="01003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 LỤC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90800" y="2781300"/>
            <a:ext cx="4814744" cy="625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 HOẠCH KIỂM THỬ</a:t>
            </a:r>
          </a:p>
        </p:txBody>
      </p:sp>
      <p:sp>
        <p:nvSpPr>
          <p:cNvPr id="8" name="Freeform 8"/>
          <p:cNvSpPr/>
          <p:nvPr/>
        </p:nvSpPr>
        <p:spPr>
          <a:xfrm>
            <a:off x="713091" y="6287582"/>
            <a:ext cx="1217866" cy="1217866"/>
          </a:xfrm>
          <a:custGeom>
            <a:avLst/>
            <a:gdLst/>
            <a:ahLst/>
            <a:cxnLst/>
            <a:rect l="l" t="t" r="r" b="b"/>
            <a:pathLst>
              <a:path w="1217866" h="1217866">
                <a:moveTo>
                  <a:pt x="0" y="0"/>
                </a:moveTo>
                <a:lnTo>
                  <a:pt x="1217866" y="0"/>
                </a:lnTo>
                <a:lnTo>
                  <a:pt x="1217866" y="1217866"/>
                </a:lnTo>
                <a:lnTo>
                  <a:pt x="0" y="121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838171" y="6412663"/>
            <a:ext cx="967705" cy="96770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1003B"/>
                  </a:solidFill>
                  <a:latin typeface="Asap Bold"/>
                  <a:ea typeface="Asap Bold"/>
                  <a:cs typeface="Asap Bold"/>
                  <a:sym typeface="Asap Bold"/>
                </a:rPr>
                <a:t>2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90800" y="6516126"/>
            <a:ext cx="4814744" cy="625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 KẾ TEST CASE</a:t>
            </a:r>
          </a:p>
        </p:txBody>
      </p:sp>
      <p:sp>
        <p:nvSpPr>
          <p:cNvPr id="13" name="Freeform 13"/>
          <p:cNvSpPr/>
          <p:nvPr/>
        </p:nvSpPr>
        <p:spPr>
          <a:xfrm>
            <a:off x="9933291" y="2293964"/>
            <a:ext cx="1217866" cy="1217866"/>
          </a:xfrm>
          <a:custGeom>
            <a:avLst/>
            <a:gdLst/>
            <a:ahLst/>
            <a:cxnLst/>
            <a:rect l="l" t="t" r="r" b="b"/>
            <a:pathLst>
              <a:path w="1217866" h="1217866">
                <a:moveTo>
                  <a:pt x="0" y="0"/>
                </a:moveTo>
                <a:lnTo>
                  <a:pt x="1217866" y="0"/>
                </a:lnTo>
                <a:lnTo>
                  <a:pt x="1217866" y="1217866"/>
                </a:lnTo>
                <a:lnTo>
                  <a:pt x="0" y="121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0058371" y="2419044"/>
            <a:ext cx="967705" cy="96770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1003B"/>
                  </a:solidFill>
                  <a:latin typeface="Asap Bold"/>
                  <a:ea typeface="Asap Bold"/>
                  <a:cs typeface="Asap Bold"/>
                  <a:sym typeface="Asap Bold"/>
                </a:rPr>
                <a:t>3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811000" y="2522508"/>
            <a:ext cx="4318665" cy="625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 CÁO LỖI</a:t>
            </a:r>
          </a:p>
        </p:txBody>
      </p:sp>
      <p:sp>
        <p:nvSpPr>
          <p:cNvPr id="23" name="Freeform 23"/>
          <p:cNvSpPr/>
          <p:nvPr/>
        </p:nvSpPr>
        <p:spPr>
          <a:xfrm>
            <a:off x="9961866" y="6287581"/>
            <a:ext cx="1217866" cy="1217866"/>
          </a:xfrm>
          <a:custGeom>
            <a:avLst/>
            <a:gdLst/>
            <a:ahLst/>
            <a:cxnLst/>
            <a:rect l="l" t="t" r="r" b="b"/>
            <a:pathLst>
              <a:path w="1217866" h="1217866">
                <a:moveTo>
                  <a:pt x="0" y="0"/>
                </a:moveTo>
                <a:lnTo>
                  <a:pt x="1217866" y="0"/>
                </a:lnTo>
                <a:lnTo>
                  <a:pt x="1217866" y="1217866"/>
                </a:lnTo>
                <a:lnTo>
                  <a:pt x="0" y="121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0086946" y="6412662"/>
            <a:ext cx="967705" cy="96770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1003B"/>
                  </a:solidFill>
                  <a:latin typeface="Asap Bold"/>
                  <a:ea typeface="Asap Bold"/>
                  <a:cs typeface="Asap Bold"/>
                  <a:sym typeface="Asap Bold"/>
                </a:rPr>
                <a:t>4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839575" y="6516126"/>
            <a:ext cx="4318665" cy="625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0100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 CÁO KIỂM THỬ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3904">
            <a:off x="-940728" y="8061713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159446">
            <a:off x="13739175" y="-3533652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8"/>
                </a:lnTo>
                <a:lnTo>
                  <a:pt x="0" y="6308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31018" y="418944"/>
            <a:ext cx="5326871" cy="61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ctr">
              <a:lnSpc>
                <a:spcPts val="4899"/>
              </a:lnSpc>
              <a:spcBef>
                <a:spcPct val="0"/>
              </a:spcBef>
              <a:buAutoNum type="arabicPeriod"/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 HOẠCH KIỂM THỬ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F31941-7D65-2B14-47C3-AC8993351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987" y="1333500"/>
            <a:ext cx="7115258" cy="7772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5A830A-EBE4-656B-7FFA-456F50E413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562100"/>
            <a:ext cx="7315200" cy="74493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3904">
            <a:off x="-940728" y="8061713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159446">
            <a:off x="13739175" y="-3533652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8"/>
                </a:lnTo>
                <a:lnTo>
                  <a:pt x="0" y="6308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31018" y="418944"/>
            <a:ext cx="5326871" cy="61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ctr">
              <a:lnSpc>
                <a:spcPts val="4899"/>
              </a:lnSpc>
              <a:spcBef>
                <a:spcPct val="0"/>
              </a:spcBef>
              <a:buAutoNum type="arabicPeriod"/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 HOẠCH KIỂM THỬ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F21CF1-97E9-EACB-43AC-FAAA4E725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1332347"/>
            <a:ext cx="13508335" cy="8364117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3904">
            <a:off x="-940728" y="8061713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159446">
            <a:off x="13739175" y="-3533652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8"/>
                </a:lnTo>
                <a:lnTo>
                  <a:pt x="0" y="6308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43787" y="412727"/>
            <a:ext cx="5904613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22" lvl="1"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THIẾT KẾ TEST CASE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7CB8DA-D9D6-D48B-9C89-0E8109FEC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27" y="1060105"/>
            <a:ext cx="17352945" cy="4886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5E21F7-76E3-5527-B20C-05438A5399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052" y="5941966"/>
            <a:ext cx="7650543" cy="4004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008550-5637-3375-8CB9-F600FDB80D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120" y="5927678"/>
            <a:ext cx="7788680" cy="4046069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3904">
            <a:off x="-940728" y="8061713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159446">
            <a:off x="13739175" y="-3533652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8"/>
                </a:lnTo>
                <a:lnTo>
                  <a:pt x="0" y="6308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992B2-0E14-D23A-FCD3-6A047642E21D}"/>
              </a:ext>
            </a:extLst>
          </p:cNvPr>
          <p:cNvSpPr txBox="1"/>
          <p:nvPr/>
        </p:nvSpPr>
        <p:spPr>
          <a:xfrm>
            <a:off x="343787" y="412727"/>
            <a:ext cx="5904613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22" lvl="1"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THIẾT KẾ TEST CASE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249CFD-7A8E-F332-9304-7DE70A6A1C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2803280"/>
            <a:ext cx="14152568" cy="38021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3904">
            <a:off x="-940728" y="8061713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159446">
            <a:off x="13739175" y="-3533652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8"/>
                </a:lnTo>
                <a:lnTo>
                  <a:pt x="0" y="6308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756451-3174-FA36-40AA-4A12AC2D7E4D}"/>
              </a:ext>
            </a:extLst>
          </p:cNvPr>
          <p:cNvSpPr txBox="1"/>
          <p:nvPr/>
        </p:nvSpPr>
        <p:spPr>
          <a:xfrm>
            <a:off x="343787" y="412727"/>
            <a:ext cx="5904613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22" lvl="1"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THIẾT KẾ TEST CASE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20FAF8-DB18-07AE-84C7-D4D1F4E8B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656606"/>
            <a:ext cx="16443458" cy="6973788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57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543904">
            <a:off x="-940728" y="8061713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159446">
            <a:off x="13739175" y="-3533652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8"/>
                </a:lnTo>
                <a:lnTo>
                  <a:pt x="0" y="6308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57200" y="352026"/>
            <a:ext cx="4751838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22" lvl="1"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JUNITEST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28DAB9-BF44-DB96-0A17-BAEE77F25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8559610" cy="54101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F2BE6A-0222-B0D4-6151-F746E80D9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3662032"/>
            <a:ext cx="7802064" cy="555373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9467-424E-B498-9BD1-5BC6CF6B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C95E65-E0E9-D029-6299-A2EE777DB6A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98699E5-73DE-F324-31FD-CC3962F5FD2A}"/>
              </a:ext>
            </a:extLst>
          </p:cNvPr>
          <p:cNvSpPr/>
          <p:nvPr/>
        </p:nvSpPr>
        <p:spPr>
          <a:xfrm rot="543904">
            <a:off x="-940728" y="8061713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7A98B2B-2D2A-763F-AC6B-04661372D596}"/>
              </a:ext>
            </a:extLst>
          </p:cNvPr>
          <p:cNvSpPr/>
          <p:nvPr/>
        </p:nvSpPr>
        <p:spPr>
          <a:xfrm rot="2159446">
            <a:off x="13739175" y="-3533652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8"/>
                </a:lnTo>
                <a:lnTo>
                  <a:pt x="0" y="6308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8195EF7-54D7-FAB1-6866-FB4F736C0518}"/>
              </a:ext>
            </a:extLst>
          </p:cNvPr>
          <p:cNvSpPr txBox="1"/>
          <p:nvPr/>
        </p:nvSpPr>
        <p:spPr>
          <a:xfrm>
            <a:off x="457200" y="352026"/>
            <a:ext cx="4751838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22" lvl="1"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JUNITEST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1FCA83-FB54-FA64-D49B-7BD415EF4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05" y="1013173"/>
            <a:ext cx="8921496" cy="50932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F811CA-5C95-DD62-B3C9-487F8F5B42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6411379"/>
            <a:ext cx="7938155" cy="3276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884AB2-1B1B-67EF-34D6-E481954CD6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1331" y="2013658"/>
            <a:ext cx="8300324" cy="733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01693"/>
      </p:ext>
    </p:extLst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53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3904">
            <a:off x="-940728" y="8061713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159446">
            <a:off x="13739175" y="-3533652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8"/>
                </a:lnTo>
                <a:lnTo>
                  <a:pt x="0" y="6308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-152400" y="495300"/>
            <a:ext cx="6384057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22" lvl="1"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BÁO CÁO KIỂM THỬ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859BA3-1A54-9702-820C-612D259FA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" y="1485900"/>
            <a:ext cx="6420746" cy="82116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76386E-A501-DBAB-9BC0-390484A180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3984996"/>
            <a:ext cx="14108494" cy="3124636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269</TotalTime>
  <Words>97</Words>
  <Application>Microsoft Office PowerPoint</Application>
  <PresentationFormat>Custom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 Display</vt:lpstr>
      <vt:lpstr>Asap Bold</vt:lpstr>
      <vt:lpstr>Aptos</vt:lpstr>
      <vt:lpstr>Times New Roman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WEBSITE QUẢN LÝ BÁN THUỐC CHO NHÀ THUỐC TƯ NHÂ</dc:title>
  <dc:creator>Tu Nguyen</dc:creator>
  <cp:lastModifiedBy>Tú Nguyễn Thanh</cp:lastModifiedBy>
  <cp:revision>5</cp:revision>
  <dcterms:created xsi:type="dcterms:W3CDTF">2006-08-16T00:00:00Z</dcterms:created>
  <dcterms:modified xsi:type="dcterms:W3CDTF">2026-03-17T07:29:24Z</dcterms:modified>
  <dc:identifier>DAG4KpvbJd4</dc:identifier>
</cp:coreProperties>
</file>